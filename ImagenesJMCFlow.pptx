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599"/>
  </p:normalViewPr>
  <p:slideViewPr>
    <p:cSldViewPr snapToGrid="0">
      <p:cViewPr varScale="1">
        <p:scale>
          <a:sx n="88" d="100"/>
          <a:sy n="88" d="100"/>
        </p:scale>
        <p:origin x="1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FB8FF-3677-1E9F-1BC7-DB9CD5C61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739F3E-5F66-DA89-925D-C40E00C76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80EE8D-BA9F-F481-ED1F-EBB75305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A76020-2F0E-482A-CF3F-028B8ED8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45D46-1B91-360D-89B0-43262543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935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24E41-C55E-412B-1881-4E9BDF7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8EEC36-F800-6042-7651-7B245573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3C51AA-C153-F98C-7D75-B0F07626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17DD4E-5481-76D6-8A5F-9908579C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8C6455-BC42-A4D3-EE04-048E0324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757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6F593-CDE8-A09E-9B8C-2F9033977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F5A5E0-4E92-D145-52AC-E74E0D586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22D4A3-C944-8C1F-C3CA-A49557FA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D487D3-C43F-6FF0-52D6-40EB9A28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9C2708-EAD2-0D67-52D6-E510D731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2689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73749-7648-0C87-71A8-452C2A32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16C6D3-62FF-1F83-F99A-ED566D2D2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DAF4F2-1794-41B2-FD68-B45A81900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06C8AE-1597-C189-9F03-910973C0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54849A-2EC7-F3F4-73A6-7ADF6C8D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EC0851-E480-AAE0-A5C3-A4307C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902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3E5DF-C1E8-E266-481F-56A90E495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95AA88-489E-BCB1-06C5-8A05771C8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379189-98D1-5F1A-A15E-5811DA2DD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5B457F-2224-1F63-FDB9-8D9B03CF8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DB2013-E7D7-6B73-CB08-1BF2B8BEC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284D66-CA92-1177-DE7D-89A4F18C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D08D2AA-67F5-44E9-86D2-F2068AB1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2D3375-6088-2E07-0408-B54F5356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807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7E561-E560-5C4D-94E1-EEDB137DA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BD2AEE-09C6-D037-5B37-8ED58C7B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2FE987-5478-7A65-1AC5-19D7B22E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4A664E-0F90-C727-C820-857B25B1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723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FDFCD5C-42F8-B7C0-13AD-E172D669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841BCF-7DDA-D6B0-A172-A3E6E51A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7E1184-BB27-5383-5B3A-240510E1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710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53A02-5051-5292-9C02-ED1C345F4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6C6C90-F47B-19B1-16FF-00AB48772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1C271E-CC77-47BF-70E4-53357811A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688468-D189-68E3-F849-116A5315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3340DE-4558-8A3B-58ED-DC84EEA2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9F6ABA-47DC-115B-AC92-9F468D5A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883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BC834-4AD5-6F70-5EAA-E975AF0B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26378D-700F-DB60-EB28-6678458E1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3A986F-94A1-B4AD-5DD0-3296FD59B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87550C-F156-59AF-6EBD-2A596589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D8AC24-2D93-8B96-665B-348C754DE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1AC672-2709-D94E-DD4D-63887FD39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740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AF761-1794-7ADD-045A-9CDB8A10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D529FF-0E0A-AA15-775D-6A67058C4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151B12-258D-E3D1-D027-A8670B99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F8BA4C-5132-AF15-8D06-233AF71A4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D4A5-4BA1-A438-A301-055A1D5E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423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5C0D0C-F065-4EE8-84D9-F9176713E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8613DC-A284-5930-B1E6-6A2C15877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3C5B7D-DCE6-AF1E-0B6E-3A8C4D731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BB53B-309F-DFAA-0F3D-6B3B5F56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0320B-2945-FA1D-4F4F-E8E60D1D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85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45A6A2-1DCC-46CC-0740-4FABD354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1D81E-85D8-6FDF-C730-D181344B6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CFA7D8-1A08-D72A-66AC-B9C41160D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7A4C2-0DE2-4246-AEEF-7D59A5D18179}" type="datetimeFigureOut">
              <a:rPr lang="es-MX" smtClean="0"/>
              <a:t>10/08/26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4418CA-90BC-D022-46B9-0C4906EF7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465FB1-B884-33AF-B898-E9148D346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4EE6B-5CCB-5347-8A1F-297835329A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1549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0" Type="http://schemas.openxmlformats.org/officeDocument/2006/relationships/image" Target="../media/image20.jpg"/><Relationship Id="rId4" Type="http://schemas.openxmlformats.org/officeDocument/2006/relationships/image" Target="../media/image4.png"/><Relationship Id="rId9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F494AE6-A88C-448B-B1B7-80259E6F4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F2C003D-AB14-2C32-F87A-15650286A6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7" r="-1" b="-1"/>
          <a:stretch>
            <a:fillRect/>
          </a:stretch>
        </p:blipFill>
        <p:spPr>
          <a:xfrm>
            <a:off x="321734" y="321733"/>
            <a:ext cx="3084025" cy="30214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444E613-8E03-7A07-34B9-3404860D9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12" r="12066" b="1"/>
          <a:stretch>
            <a:fillRect/>
          </a:stretch>
        </p:blipFill>
        <p:spPr>
          <a:xfrm>
            <a:off x="321734" y="3514854"/>
            <a:ext cx="3084025" cy="278595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6FE1D5-4A63-7BE6-05CB-CBC5ACC13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81" r="14694" b="1"/>
          <a:stretch>
            <a:fillRect/>
          </a:stretch>
        </p:blipFill>
        <p:spPr>
          <a:xfrm>
            <a:off x="3598286" y="321733"/>
            <a:ext cx="4043250" cy="59790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C829860-0149-B43E-878A-E2185EA729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48" r="21349" b="3"/>
          <a:stretch>
            <a:fillRect/>
          </a:stretch>
        </p:blipFill>
        <p:spPr>
          <a:xfrm>
            <a:off x="7834063" y="321733"/>
            <a:ext cx="4036201" cy="59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6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57CF77-80F4-3E8B-1E47-FB5FE2D8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77" b="29623"/>
          <a:stretch>
            <a:fillRect/>
          </a:stretch>
        </p:blipFill>
        <p:spPr>
          <a:xfrm>
            <a:off x="3888493" y="4586514"/>
            <a:ext cx="2872641" cy="11978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38B471-34B9-67DD-255F-45A6C5470A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86" b="25939"/>
          <a:stretch>
            <a:fillRect/>
          </a:stretch>
        </p:blipFill>
        <p:spPr>
          <a:xfrm>
            <a:off x="7051728" y="4197886"/>
            <a:ext cx="2608559" cy="8424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315ADF8-507D-2A93-B8E5-81F26FAF0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03" y="2909908"/>
            <a:ext cx="3507493" cy="1380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E06C033-3E5B-6B56-144D-8C0D31175E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64" b="31930"/>
          <a:stretch>
            <a:fillRect/>
          </a:stretch>
        </p:blipFill>
        <p:spPr>
          <a:xfrm>
            <a:off x="93110" y="4789715"/>
            <a:ext cx="2492563" cy="99469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64FB3A6-E395-235A-8109-C4D3D280BE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2523" b="35392"/>
          <a:stretch>
            <a:fillRect/>
          </a:stretch>
        </p:blipFill>
        <p:spPr>
          <a:xfrm>
            <a:off x="436996" y="592250"/>
            <a:ext cx="2566369" cy="82342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4FDD040-4537-5251-8DD4-A9D37ECFF9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2452" b="28901"/>
          <a:stretch>
            <a:fillRect/>
          </a:stretch>
        </p:blipFill>
        <p:spPr>
          <a:xfrm>
            <a:off x="3422642" y="619799"/>
            <a:ext cx="4433215" cy="84242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CEE0528-457D-AF96-145A-3B330D12EA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0359" y="2945963"/>
            <a:ext cx="4300780" cy="65407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D2A0821-E7A0-2408-38E2-860E210AFC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3500" y="224546"/>
            <a:ext cx="3636075" cy="155883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38AB0A7-60E0-92B3-F31E-77368F58EC8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0348" b="23975"/>
          <a:stretch>
            <a:fillRect/>
          </a:stretch>
        </p:blipFill>
        <p:spPr>
          <a:xfrm>
            <a:off x="4032824" y="2394857"/>
            <a:ext cx="2987907" cy="84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6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7866979-9440-6F18-FD87-0C9DAB1FAD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7" r="-1" b="-1"/>
          <a:stretch>
            <a:fillRect/>
          </a:stretch>
        </p:blipFill>
        <p:spPr>
          <a:xfrm>
            <a:off x="321734" y="321733"/>
            <a:ext cx="3084025" cy="30214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ABF33BA-9415-8E32-B58B-B6790023B4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81" r="14694" b="1"/>
          <a:stretch>
            <a:fillRect/>
          </a:stretch>
        </p:blipFill>
        <p:spPr>
          <a:xfrm>
            <a:off x="4704854" y="180649"/>
            <a:ext cx="2000074" cy="295766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DDA7CD6-AB81-1598-B40F-3FD650CC47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48" r="21349" b="3"/>
          <a:stretch>
            <a:fillRect/>
          </a:stretch>
        </p:blipFill>
        <p:spPr>
          <a:xfrm>
            <a:off x="9257148" y="321733"/>
            <a:ext cx="2293802" cy="33979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F6CAA82-AC07-81EB-1F7A-6AC76A5CC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059" y="321733"/>
            <a:ext cx="2184400" cy="2184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4F79513-CA89-B614-091A-0E7C1A8E3E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1598" y="3719683"/>
            <a:ext cx="2870200" cy="28702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DA2F4C1-34BA-12E0-4733-F7AF91B0D9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113" r="10685"/>
          <a:stretch>
            <a:fillRect/>
          </a:stretch>
        </p:blipFill>
        <p:spPr>
          <a:xfrm>
            <a:off x="6686974" y="3109506"/>
            <a:ext cx="2745295" cy="3556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6D7C699-A439-D2FA-0C78-A5C1B14B5F1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9649" b="21711"/>
          <a:stretch>
            <a:fillRect/>
          </a:stretch>
        </p:blipFill>
        <p:spPr>
          <a:xfrm>
            <a:off x="216556" y="4368091"/>
            <a:ext cx="3294379" cy="193181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8626102-70B8-E5EE-56F6-8A5D882352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98" y="481790"/>
            <a:ext cx="2850471" cy="285047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EACBE07-1176-1013-501E-BBAF24DE31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613" y="1472886"/>
            <a:ext cx="2382729" cy="238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7E9E27F-5D88-D2CD-98E3-8BEC7BE5A0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2269" y="3468358"/>
            <a:ext cx="2454123" cy="283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7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C4193A8-2193-68E7-EDD4-9A0198205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78" b="12381"/>
          <a:stretch>
            <a:fillRect/>
          </a:stretch>
        </p:blipFill>
        <p:spPr>
          <a:xfrm>
            <a:off x="1591955" y="2002971"/>
            <a:ext cx="2951016" cy="206102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536721-2F65-D400-128A-E65403CBBF7F}"/>
              </a:ext>
            </a:extLst>
          </p:cNvPr>
          <p:cNvSpPr txBox="1"/>
          <p:nvPr/>
        </p:nvSpPr>
        <p:spPr>
          <a:xfrm>
            <a:off x="5297714" y="1095452"/>
            <a:ext cx="609600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Para que la galería se vea bien y responda bien en móvil/tablet/desktop, te recomiendo estas medidas: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Brands (logos):</a:t>
            </a:r>
          </a:p>
          <a:p>
            <a:pPr marL="742950" marR="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Ancho: 200 a 400 px</a:t>
            </a:r>
          </a:p>
          <a:p>
            <a:pPr marL="742950" marR="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Alto: 100 a 220 px</a:t>
            </a:r>
          </a:p>
          <a:p>
            <a:pPr marL="742950" marR="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Formato: SVG o PNG con fondo transparente</a:t>
            </a:r>
          </a:p>
          <a:p>
            <a:pPr marL="742950" marR="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Peso ideal: 50 a 250 KB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Products (imágenes de equipos):</a:t>
            </a:r>
          </a:p>
          <a:p>
            <a:pPr marL="742950" marR="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Ancho: 1200 a 1800 px</a:t>
            </a:r>
          </a:p>
          <a:p>
            <a:pPr marL="742950" marR="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Alto: 800 a 1200 px</a:t>
            </a:r>
          </a:p>
          <a:p>
            <a:pPr marL="742950" marR="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Formato: JPG/WebP</a:t>
            </a:r>
          </a:p>
          <a:p>
            <a:pPr marL="742950" marR="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Peso ideal: 200 a 800 KB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Recomendación práctica: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Usa logos en SVG si puedes; se ven nítidos en cualquier tamaño y pesan muy poco.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Para fotos de equipos, usa WebP o JPG de alto rango dinámico, con relación de aspecto cercana a 4:3 o 3:2.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975" b="0" i="0" dirty="0">
                <a:solidFill>
                  <a:srgbClr val="202020"/>
                </a:solidFill>
                <a:effectLst/>
                <a:latin typeface="-apple-system"/>
              </a:rPr>
              <a:t>Evita imágenes muy pesadas o muy pequeñas; si son demasiado pequeñas se verán pixeladas al expandirse, y si son muy grandes ralentizan la carga.</a:t>
            </a:r>
          </a:p>
          <a:p>
            <a:pPr>
              <a:buNone/>
            </a:pPr>
            <a:br>
              <a:rPr lang="es-MX" dirty="0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1129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156</Words>
  <Application>Microsoft Macintosh PowerPoint</Application>
  <PresentationFormat>Panorámica</PresentationFormat>
  <Paragraphs>16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-apple-system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luis rojano landa</dc:creator>
  <cp:lastModifiedBy>jorge luis rojano landa</cp:lastModifiedBy>
  <cp:revision>4</cp:revision>
  <dcterms:created xsi:type="dcterms:W3CDTF">2026-08-11T00:56:55Z</dcterms:created>
  <dcterms:modified xsi:type="dcterms:W3CDTF">2026-08-11T04:35:56Z</dcterms:modified>
</cp:coreProperties>
</file>