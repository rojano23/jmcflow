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s-MX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364"/>
    <p:restoredTop sz="94615"/>
  </p:normalViewPr>
  <p:slideViewPr>
    <p:cSldViewPr snapToGrid="0">
      <p:cViewPr varScale="1">
        <p:scale>
          <a:sx n="88" d="100"/>
          <a:sy n="88" d="100"/>
        </p:scale>
        <p:origin x="176" y="5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8EFB8FF-3677-1E9F-1BC7-DB9CD5C61A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74739F3E-5F66-DA89-925D-C40E00C76A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MX"/>
              <a:t>Haz clic para editar el estilo de subtítulo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080EE8D-BA9F-F481-ED1F-EBB753052E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37A4C2-0DE2-4246-AEEF-7D59A5D18179}" type="datetimeFigureOut">
              <a:rPr lang="es-MX" smtClean="0"/>
              <a:t>10/08/26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5A76020-2F0E-482A-CF3F-028B8ED811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1145D46-1B91-360D-89B0-4326254368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44EE6B-5CCB-5347-8A1F-297835329A10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42493525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4824E41-C55E-412B-1881-4E9BDF7BA9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B8EEC36-F800-6042-7651-7B24557309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F03C51AA-C153-F98C-7D75-B0F07626E4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37A4C2-0DE2-4246-AEEF-7D59A5D18179}" type="datetimeFigureOut">
              <a:rPr lang="es-MX" smtClean="0"/>
              <a:t>10/08/26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B17DD4E-5481-76D6-8A5F-9908579CE0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88C6455-BC42-A4D3-EE04-048E03247D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44EE6B-5CCB-5347-8A1F-297835329A10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8875713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9A6F593-CDE8-A09E-9B8C-2F90339772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05F5A5E0-4E92-D145-52AC-E74E0D5861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922D4A3-C944-8C1F-C3CA-A49557FA5F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37A4C2-0DE2-4246-AEEF-7D59A5D18179}" type="datetimeFigureOut">
              <a:rPr lang="es-MX" smtClean="0"/>
              <a:t>10/08/26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CD487D3-C43F-6FF0-52D6-40EB9A28D2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A9C2708-EAD2-0D67-52D6-E510D73135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44EE6B-5CCB-5347-8A1F-297835329A10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1226890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5C73749-7648-0C87-71A8-452C2A3274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516C6D3-62FF-1F83-F99A-ED566D2D2DB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7CDAF4F2-1794-41B2-FD68-B45A81900D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4B06C8AE-1597-C189-9F03-910973C0B7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37A4C2-0DE2-4246-AEEF-7D59A5D18179}" type="datetimeFigureOut">
              <a:rPr lang="es-MX" smtClean="0"/>
              <a:t>10/08/26</a:t>
            </a:fld>
            <a:endParaRPr lang="es-MX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7554849A-2EC7-F3F4-73A6-7ADF6C8DDD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BAEC0851-E480-AAE0-A5C3-A4307C0AF4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44EE6B-5CCB-5347-8A1F-297835329A10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2890229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AE3E5DF-C1E8-E266-481F-56A90E495C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6195AA88-489E-BCB1-06C5-8A05771C81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01379189-98D1-5F1A-A15E-5811DA2DD7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065B457F-2224-1F63-FDB9-8D9B03CF844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6FDB2013-E7D7-6B73-CB08-1BF2B8BEC11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74284D66-CA92-1177-DE7D-89A4F18C33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37A4C2-0DE2-4246-AEEF-7D59A5D18179}" type="datetimeFigureOut">
              <a:rPr lang="es-MX" smtClean="0"/>
              <a:t>10/08/26</a:t>
            </a:fld>
            <a:endParaRPr lang="es-MX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0D08D2AA-67F5-44E9-86D2-F2068AB17E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722D3375-6088-2E07-0408-B54F535671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44EE6B-5CCB-5347-8A1F-297835329A10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5980709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1C7E561-E560-5C4D-94E1-EEDB137DA1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B0BD2AEE-09C6-D037-5B37-8ED58C7BB4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37A4C2-0DE2-4246-AEEF-7D59A5D18179}" type="datetimeFigureOut">
              <a:rPr lang="es-MX" smtClean="0"/>
              <a:t>10/08/26</a:t>
            </a:fld>
            <a:endParaRPr lang="es-MX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DE2FE987-5478-7A65-1AC5-19D7B22E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EA4A664E-0F90-C727-C820-857B25B16E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44EE6B-5CCB-5347-8A1F-297835329A10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3772320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3FDFCD5C-42F8-B7C0-13AD-E172D66908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37A4C2-0DE2-4246-AEEF-7D59A5D18179}" type="datetimeFigureOut">
              <a:rPr lang="es-MX" smtClean="0"/>
              <a:t>10/08/26</a:t>
            </a:fld>
            <a:endParaRPr lang="es-MX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1D841BCF-7DDA-D6B0-A172-A3E6E51A28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A7E1184-BB27-5383-5B3A-240510E1A2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44EE6B-5CCB-5347-8A1F-297835329A10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8671041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5A53A02-5051-5292-9C02-ED1C345F4E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96C6C90-F47B-19B1-16FF-00AB487726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511C271E-CC77-47BF-70E4-53357811ABE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F8688468-D189-68E3-F849-116A531526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37A4C2-0DE2-4246-AEEF-7D59A5D18179}" type="datetimeFigureOut">
              <a:rPr lang="es-MX" smtClean="0"/>
              <a:t>10/08/26</a:t>
            </a:fld>
            <a:endParaRPr lang="es-MX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F13340DE-4558-8A3B-58ED-DC84EEA24E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3A9F6ABA-47DC-115B-AC92-9F468D5AD0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44EE6B-5CCB-5347-8A1F-297835329A10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9588367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24BC834-4AD5-6F70-5EAA-E975AF0B8E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BA26378D-700F-DB60-EB28-6678458E197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MX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4F3A986F-94A1-B4AD-5DD0-3296FD59B82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0A87550C-F156-59AF-6EBD-2A59658979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37A4C2-0DE2-4246-AEEF-7D59A5D18179}" type="datetimeFigureOut">
              <a:rPr lang="es-MX" smtClean="0"/>
              <a:t>10/08/26</a:t>
            </a:fld>
            <a:endParaRPr lang="es-MX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1CD8AC24-2D93-8B96-665B-348C754DE8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0C1AC672-2709-D94E-DD4D-63887FD39C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44EE6B-5CCB-5347-8A1F-297835329A10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7774047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BFAF761-1794-7ADD-045A-9CDB8A10BB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3DD529FF-0E0A-AA15-775D-6A67058C4AF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A151B12-258D-E3D1-D027-A8670B99ED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37A4C2-0DE2-4246-AEEF-7D59A5D18179}" type="datetimeFigureOut">
              <a:rPr lang="es-MX" smtClean="0"/>
              <a:t>10/08/26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2F8BA4C-5132-AF15-8D06-233AF71A4B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A31D4A5-4BA1-A438-A301-055A1D5E64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44EE6B-5CCB-5347-8A1F-297835329A10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6542314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C75C0D0C-F065-4EE8-84D9-F9176713EE0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DF8613DC-A284-5930-B1E6-6A2C15877FB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13C5B7D-DCE6-AF1E-0B6E-3A8C4D7311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37A4C2-0DE2-4246-AEEF-7D59A5D18179}" type="datetimeFigureOut">
              <a:rPr lang="es-MX" smtClean="0"/>
              <a:t>10/08/26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BBBB53B-309F-DFAA-0F3D-6B3B5F5609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4B0320B-2945-FA1D-4F4F-E8E60D1D28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44EE6B-5CCB-5347-8A1F-297835329A10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41468561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1245A6A2-1DCC-46CC-0740-4FABD35494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3671D81E-85D8-6FDF-C730-D181344B6A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9CFA7D8-1A08-D72A-66AC-B9C41160D02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837A4C2-0DE2-4246-AEEF-7D59A5D18179}" type="datetimeFigureOut">
              <a:rPr lang="es-MX" smtClean="0"/>
              <a:t>10/08/26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84418CA-90BC-D022-46B9-0C4906EF785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6465FB1-B884-33AF-B898-E9148D346BB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044EE6B-5CCB-5347-8A1F-297835329A10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1915493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MX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jpeg"/><Relationship Id="rId3" Type="http://schemas.openxmlformats.org/officeDocument/2006/relationships/image" Target="../media/image7.jpeg"/><Relationship Id="rId7" Type="http://schemas.openxmlformats.org/officeDocument/2006/relationships/image" Target="../media/image11.jpe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jpeg"/><Relationship Id="rId5" Type="http://schemas.openxmlformats.org/officeDocument/2006/relationships/image" Target="../media/image9.jpeg"/><Relationship Id="rId10" Type="http://schemas.openxmlformats.org/officeDocument/2006/relationships/image" Target="../media/image14.jpeg"/><Relationship Id="rId4" Type="http://schemas.openxmlformats.org/officeDocument/2006/relationships/image" Target="../media/image8.jpeg"/><Relationship Id="rId9" Type="http://schemas.openxmlformats.org/officeDocument/2006/relationships/image" Target="../media/image13.jpe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jpeg"/><Relationship Id="rId3" Type="http://schemas.openxmlformats.org/officeDocument/2006/relationships/image" Target="../media/image3.png"/><Relationship Id="rId7" Type="http://schemas.openxmlformats.org/officeDocument/2006/relationships/image" Target="../media/image1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jpeg"/><Relationship Id="rId11" Type="http://schemas.openxmlformats.org/officeDocument/2006/relationships/image" Target="../media/image21.jpeg"/><Relationship Id="rId5" Type="http://schemas.openxmlformats.org/officeDocument/2006/relationships/image" Target="../media/image15.jpeg"/><Relationship Id="rId10" Type="http://schemas.openxmlformats.org/officeDocument/2006/relationships/image" Target="../media/image20.jpg"/><Relationship Id="rId4" Type="http://schemas.openxmlformats.org/officeDocument/2006/relationships/image" Target="../media/image4.png"/><Relationship Id="rId9" Type="http://schemas.openxmlformats.org/officeDocument/2006/relationships/image" Target="../media/image19.jp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BF494AE6-A88C-448B-B1B7-80259E6F4F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7F2C003D-AB14-2C32-F87A-15650286A65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067" r="-1" b="-1"/>
          <a:stretch>
            <a:fillRect/>
          </a:stretch>
        </p:blipFill>
        <p:spPr>
          <a:xfrm>
            <a:off x="321734" y="321733"/>
            <a:ext cx="3084025" cy="3021406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3444E613-8E03-7A07-34B9-3404860D9FD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5112" r="12066" b="1"/>
          <a:stretch>
            <a:fillRect/>
          </a:stretch>
        </p:blipFill>
        <p:spPr>
          <a:xfrm>
            <a:off x="321734" y="3514854"/>
            <a:ext cx="3084025" cy="2785952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DA6FE1D5-4A63-7BE6-05CB-CBC5ACC133F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0481" r="14694" b="1"/>
          <a:stretch>
            <a:fillRect/>
          </a:stretch>
        </p:blipFill>
        <p:spPr>
          <a:xfrm>
            <a:off x="3598286" y="321733"/>
            <a:ext cx="4043250" cy="5979074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7C829860-0149-B43E-878A-E2185EA7293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3848" r="21349" b="3"/>
          <a:stretch>
            <a:fillRect/>
          </a:stretch>
        </p:blipFill>
        <p:spPr>
          <a:xfrm>
            <a:off x="7834063" y="321733"/>
            <a:ext cx="4036201" cy="59790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30641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ero"/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F357CF77-80F4-3E8B-1E47-FB5FE2D87F2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8677" b="29623"/>
          <a:stretch>
            <a:fillRect/>
          </a:stretch>
        </p:blipFill>
        <p:spPr>
          <a:xfrm>
            <a:off x="3888493" y="4586514"/>
            <a:ext cx="2872641" cy="1197891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DA38B471-34B9-67DD-255F-45A6C5470A2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2586" b="25939"/>
          <a:stretch>
            <a:fillRect/>
          </a:stretch>
        </p:blipFill>
        <p:spPr>
          <a:xfrm>
            <a:off x="7051728" y="4197886"/>
            <a:ext cx="2608559" cy="842426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9315ADF8-507D-2A93-B8E5-81F26FAF0D3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5703" y="2909908"/>
            <a:ext cx="3507493" cy="1380264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7E06C033-3E5B-6B56-144D-8C0D31175E8B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28164" b="31930"/>
          <a:stretch>
            <a:fillRect/>
          </a:stretch>
        </p:blipFill>
        <p:spPr>
          <a:xfrm>
            <a:off x="93110" y="4789715"/>
            <a:ext cx="2492563" cy="994690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964FB3A6-E395-235A-8109-C4D3D280BE21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32523" b="35392"/>
          <a:stretch>
            <a:fillRect/>
          </a:stretch>
        </p:blipFill>
        <p:spPr>
          <a:xfrm>
            <a:off x="436996" y="592250"/>
            <a:ext cx="2566369" cy="823426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94FDD040-4537-5251-8DD4-A9D37ECFF93C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t="22452" b="28901"/>
          <a:stretch>
            <a:fillRect/>
          </a:stretch>
        </p:blipFill>
        <p:spPr>
          <a:xfrm>
            <a:off x="3422642" y="619799"/>
            <a:ext cx="4433215" cy="842426"/>
          </a:xfrm>
          <a:prstGeom prst="rect">
            <a:avLst/>
          </a:prstGeom>
        </p:spPr>
      </p:pic>
      <p:pic>
        <p:nvPicPr>
          <p:cNvPr id="15" name="Imagen 14">
            <a:extLst>
              <a:ext uri="{FF2B5EF4-FFF2-40B4-BE49-F238E27FC236}">
                <a16:creationId xmlns:a16="http://schemas.microsoft.com/office/drawing/2014/main" id="{ECEE0528-457D-AF96-145A-3B330D12EA4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10359" y="2945963"/>
            <a:ext cx="4300780" cy="654077"/>
          </a:xfrm>
          <a:prstGeom prst="rect">
            <a:avLst/>
          </a:prstGeom>
        </p:spPr>
      </p:pic>
      <p:pic>
        <p:nvPicPr>
          <p:cNvPr id="17" name="Imagen 16">
            <a:extLst>
              <a:ext uri="{FF2B5EF4-FFF2-40B4-BE49-F238E27FC236}">
                <a16:creationId xmlns:a16="http://schemas.microsoft.com/office/drawing/2014/main" id="{4D2A0821-E7A0-2408-38E2-860E210AFCB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3500" y="224546"/>
            <a:ext cx="3636075" cy="1558835"/>
          </a:xfrm>
          <a:prstGeom prst="rect">
            <a:avLst/>
          </a:prstGeom>
        </p:spPr>
      </p:pic>
      <p:pic>
        <p:nvPicPr>
          <p:cNvPr id="19" name="Imagen 18">
            <a:extLst>
              <a:ext uri="{FF2B5EF4-FFF2-40B4-BE49-F238E27FC236}">
                <a16:creationId xmlns:a16="http://schemas.microsoft.com/office/drawing/2014/main" id="{F38AB0A7-60E0-92B3-F31E-77368F58EC80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t="20348" b="23975"/>
          <a:stretch>
            <a:fillRect/>
          </a:stretch>
        </p:blipFill>
        <p:spPr>
          <a:xfrm>
            <a:off x="4032824" y="2394857"/>
            <a:ext cx="2987907" cy="842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15695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>
            <a:extLst>
              <a:ext uri="{FF2B5EF4-FFF2-40B4-BE49-F238E27FC236}">
                <a16:creationId xmlns:a16="http://schemas.microsoft.com/office/drawing/2014/main" id="{57866979-9440-6F18-FD87-0C9DAB1FADD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067" r="-1" b="-1"/>
          <a:stretch>
            <a:fillRect/>
          </a:stretch>
        </p:blipFill>
        <p:spPr>
          <a:xfrm>
            <a:off x="321734" y="321733"/>
            <a:ext cx="3084025" cy="3021406"/>
          </a:xfrm>
          <a:prstGeom prst="rect">
            <a:avLst/>
          </a:prstGeom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DABF33BA-9415-8E32-B58B-B6790023B4B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0481" r="14694" b="1"/>
          <a:stretch>
            <a:fillRect/>
          </a:stretch>
        </p:blipFill>
        <p:spPr>
          <a:xfrm>
            <a:off x="4704854" y="180649"/>
            <a:ext cx="2000074" cy="2957668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EDDA7CD6-AB81-1598-B40F-3FD650CC476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3848" r="21349" b="3"/>
          <a:stretch>
            <a:fillRect/>
          </a:stretch>
        </p:blipFill>
        <p:spPr>
          <a:xfrm>
            <a:off x="9257148" y="321733"/>
            <a:ext cx="2293802" cy="3397950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0F6CAA82-AC07-81EB-1F7A-6AC76A5CCA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57059" y="321733"/>
            <a:ext cx="2184400" cy="2184400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44F79513-CA89-B614-091A-0E7C1A8E3EC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11598" y="3719683"/>
            <a:ext cx="2870200" cy="2870200"/>
          </a:xfrm>
          <a:prstGeom prst="rect">
            <a:avLst/>
          </a:prstGeom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FDA2F4C1-34BA-12E0-4733-F7AF91B0D948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12113" r="10685"/>
          <a:stretch>
            <a:fillRect/>
          </a:stretch>
        </p:blipFill>
        <p:spPr>
          <a:xfrm>
            <a:off x="6686974" y="3109506"/>
            <a:ext cx="2745295" cy="3556000"/>
          </a:xfrm>
          <a:prstGeom prst="rect">
            <a:avLst/>
          </a:prstGeom>
        </p:spPr>
      </p:pic>
      <p:pic>
        <p:nvPicPr>
          <p:cNvPr id="16" name="Imagen 15">
            <a:extLst>
              <a:ext uri="{FF2B5EF4-FFF2-40B4-BE49-F238E27FC236}">
                <a16:creationId xmlns:a16="http://schemas.microsoft.com/office/drawing/2014/main" id="{26D7C699-A439-D2FA-0C78-A5C1B14B5F1F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t="19649" b="21711"/>
          <a:stretch>
            <a:fillRect/>
          </a:stretch>
        </p:blipFill>
        <p:spPr>
          <a:xfrm>
            <a:off x="216556" y="4368091"/>
            <a:ext cx="3294379" cy="1931816"/>
          </a:xfrm>
          <a:prstGeom prst="rect">
            <a:avLst/>
          </a:prstGeom>
        </p:spPr>
      </p:pic>
      <p:pic>
        <p:nvPicPr>
          <p:cNvPr id="18" name="Imagen 17">
            <a:extLst>
              <a:ext uri="{FF2B5EF4-FFF2-40B4-BE49-F238E27FC236}">
                <a16:creationId xmlns:a16="http://schemas.microsoft.com/office/drawing/2014/main" id="{C8626102-70B8-E5EE-56F6-8A5D8823526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81798" y="481790"/>
            <a:ext cx="2850471" cy="2850471"/>
          </a:xfrm>
          <a:prstGeom prst="rect">
            <a:avLst/>
          </a:prstGeom>
        </p:spPr>
      </p:pic>
      <p:pic>
        <p:nvPicPr>
          <p:cNvPr id="20" name="Imagen 19">
            <a:extLst>
              <a:ext uri="{FF2B5EF4-FFF2-40B4-BE49-F238E27FC236}">
                <a16:creationId xmlns:a16="http://schemas.microsoft.com/office/drawing/2014/main" id="{CEACBE07-1176-1013-501E-BBAF24DE31A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35613" y="1472886"/>
            <a:ext cx="2382729" cy="2382729"/>
          </a:xfrm>
          <a:prstGeom prst="rect">
            <a:avLst/>
          </a:prstGeom>
        </p:spPr>
      </p:pic>
      <p:pic>
        <p:nvPicPr>
          <p:cNvPr id="22" name="Imagen 21">
            <a:extLst>
              <a:ext uri="{FF2B5EF4-FFF2-40B4-BE49-F238E27FC236}">
                <a16:creationId xmlns:a16="http://schemas.microsoft.com/office/drawing/2014/main" id="{67E9E27F-5D88-D2CD-98E3-8BEC7BE5A0CF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432269" y="3468358"/>
            <a:ext cx="2454123" cy="28382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93775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>
            <a:extLst>
              <a:ext uri="{FF2B5EF4-FFF2-40B4-BE49-F238E27FC236}">
                <a16:creationId xmlns:a16="http://schemas.microsoft.com/office/drawing/2014/main" id="{9C4193A8-2193-68E7-EDD4-9A01982054D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7778" b="12381"/>
          <a:stretch>
            <a:fillRect/>
          </a:stretch>
        </p:blipFill>
        <p:spPr>
          <a:xfrm>
            <a:off x="3144984" y="1872343"/>
            <a:ext cx="2951016" cy="20610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1129387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</TotalTime>
  <Words>0</Words>
  <Application>Microsoft Macintosh PowerPoint</Application>
  <PresentationFormat>Panorámica</PresentationFormat>
  <Paragraphs>0</Paragraphs>
  <Slides>5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jorge luis rojano landa</dc:creator>
  <cp:lastModifiedBy>jorge luis rojano landa</cp:lastModifiedBy>
  <cp:revision>3</cp:revision>
  <dcterms:created xsi:type="dcterms:W3CDTF">2026-08-11T00:56:55Z</dcterms:created>
  <dcterms:modified xsi:type="dcterms:W3CDTF">2026-08-11T03:24:56Z</dcterms:modified>
</cp:coreProperties>
</file>